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custShowLst>
    <p:custShow name="Custom Show 1" id="0">
      <p:sldLst>
        <p:sld r:id="rId2"/>
        <p:sld r:id="rId3"/>
        <p:sld r:id="rId4"/>
        <p:sld r:id="rId5"/>
        <p:sld r:id="rId6"/>
        <p:sld r:id="rId7"/>
        <p:sld r:id="rId8"/>
        <p:sld r:id="rId9"/>
        <p:sld r:id="rId10"/>
        <p:sld r:id="rId11"/>
        <p:sld r:id="rId12"/>
        <p:sld r:id="rId13"/>
        <p:sld r:id="rId14"/>
        <p:sld r:id="rId15"/>
      </p:sldLst>
    </p:custShow>
  </p:custShow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2" d="100"/>
          <a:sy n="152" d="100"/>
        </p:scale>
        <p:origin x="2060" y="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254D60-780A-44AE-9B1C-6EB02B163F5D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0D7CF7-F7B1-4759-A849-38255280F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0020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D7CF7-F7B1-4759-A849-38255280FC47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9392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722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603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69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109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84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487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20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08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29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772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26121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440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81504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011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697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985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88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mailto:mitadru231001001117@technoindiaeducation.com" TargetMode="External"/><Relationship Id="rId2" Type="http://schemas.openxmlformats.org/officeDocument/2006/relationships/hyperlink" Target="https://netflix-database-eda.streamlit.app/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github.com/Readerrss/Netflix-EDA" TargetMode="External"/><Relationship Id="rId4" Type="http://schemas.openxmlformats.org/officeDocument/2006/relationships/hyperlink" Target="https://www.linkedin.com/in/mitadru-karmakar-483274319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Preview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1600"/>
            </a:pPr>
            <a:r>
              <a:rPr dirty="0"/>
              <a:t>Display first few rows of the Netflix dataset.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7200" y="2176944"/>
            <a:ext cx="6757332" cy="16819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332075"/>
            <a:ext cx="2323072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/>
              <a:t>Code:</a:t>
            </a:r>
            <a:endParaRPr dirty="0"/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 err="1"/>
              <a:t>st.dataframe</a:t>
            </a:r>
            <a:r>
              <a:rPr dirty="0"/>
              <a:t>(</a:t>
            </a:r>
            <a:r>
              <a:rPr dirty="0" err="1"/>
              <a:t>df.head</a:t>
            </a:r>
            <a:r>
              <a:rPr dirty="0"/>
              <a:t>())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600"/>
            </a:pPr>
            <a:r>
              <a:t>Cleaning applied: fill missing values, convert types, extract duration.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29721" y="1824606"/>
            <a:ext cx="6713311" cy="32884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644370"/>
            <a:ext cx="6785832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Code </a:t>
            </a:r>
            <a:r>
              <a:rPr lang="en-US" dirty="0"/>
              <a:t>:</a:t>
            </a:r>
          </a:p>
          <a:p>
            <a:endParaRPr dirty="0"/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 err="1"/>
              <a:t>df</a:t>
            </a:r>
            <a:r>
              <a:rPr dirty="0"/>
              <a:t>['cast'] = </a:t>
            </a:r>
            <a:r>
              <a:rPr dirty="0" err="1"/>
              <a:t>df</a:t>
            </a:r>
            <a:r>
              <a:rPr dirty="0"/>
              <a:t>['cast'].</a:t>
            </a:r>
            <a:r>
              <a:rPr dirty="0" err="1"/>
              <a:t>fillna</a:t>
            </a:r>
            <a:r>
              <a:rPr dirty="0"/>
              <a:t>('Unknown')</a:t>
            </a:r>
            <a:br>
              <a:rPr dirty="0"/>
            </a:br>
            <a:r>
              <a:rPr dirty="0" err="1"/>
              <a:t>df</a:t>
            </a:r>
            <a:r>
              <a:rPr dirty="0"/>
              <a:t>['director'] = </a:t>
            </a:r>
            <a:r>
              <a:rPr dirty="0" err="1"/>
              <a:t>df</a:t>
            </a:r>
            <a:r>
              <a:rPr dirty="0"/>
              <a:t>['director'].</a:t>
            </a:r>
            <a:r>
              <a:rPr dirty="0" err="1"/>
              <a:t>fillna</a:t>
            </a:r>
            <a:r>
              <a:rPr dirty="0"/>
              <a:t>('Unknown')</a:t>
            </a:r>
            <a:br>
              <a:rPr dirty="0"/>
            </a:br>
            <a:r>
              <a:rPr dirty="0" err="1"/>
              <a:t>df</a:t>
            </a:r>
            <a:r>
              <a:rPr dirty="0"/>
              <a:t>['country'] = </a:t>
            </a:r>
            <a:r>
              <a:rPr dirty="0" err="1"/>
              <a:t>df</a:t>
            </a:r>
            <a:r>
              <a:rPr dirty="0"/>
              <a:t>['country'].</a:t>
            </a:r>
            <a:r>
              <a:rPr dirty="0" err="1"/>
              <a:t>fillna</a:t>
            </a:r>
            <a:r>
              <a:rPr dirty="0"/>
              <a:t>('Unknown')</a:t>
            </a:r>
            <a:br>
              <a:rPr dirty="0"/>
            </a:br>
            <a:r>
              <a:rPr dirty="0" err="1"/>
              <a:t>df</a:t>
            </a:r>
            <a:r>
              <a:rPr dirty="0"/>
              <a:t>['</a:t>
            </a:r>
            <a:r>
              <a:rPr dirty="0" err="1"/>
              <a:t>date_added</a:t>
            </a:r>
            <a:r>
              <a:rPr dirty="0"/>
              <a:t>'] = </a:t>
            </a:r>
            <a:r>
              <a:rPr dirty="0" err="1"/>
              <a:t>pd.to_datetime</a:t>
            </a:r>
            <a:r>
              <a:rPr dirty="0"/>
              <a:t>(</a:t>
            </a:r>
            <a:r>
              <a:rPr dirty="0" err="1"/>
              <a:t>df</a:t>
            </a:r>
            <a:r>
              <a:rPr dirty="0"/>
              <a:t>['</a:t>
            </a:r>
            <a:r>
              <a:rPr dirty="0" err="1"/>
              <a:t>date_added</a:t>
            </a:r>
            <a:r>
              <a:rPr dirty="0"/>
              <a:t>'], errors='coerce')</a:t>
            </a:r>
            <a:br>
              <a:rPr dirty="0"/>
            </a:br>
            <a:r>
              <a:rPr dirty="0" err="1"/>
              <a:t>df</a:t>
            </a:r>
            <a:r>
              <a:rPr dirty="0"/>
              <a:t>['</a:t>
            </a:r>
            <a:r>
              <a:rPr dirty="0" err="1"/>
              <a:t>year_added</a:t>
            </a:r>
            <a:r>
              <a:rPr dirty="0"/>
              <a:t>'] = </a:t>
            </a:r>
            <a:r>
              <a:rPr dirty="0" err="1"/>
              <a:t>df</a:t>
            </a:r>
            <a:r>
              <a:rPr dirty="0"/>
              <a:t>['</a:t>
            </a:r>
            <a:r>
              <a:rPr dirty="0" err="1"/>
              <a:t>date_added</a:t>
            </a:r>
            <a:r>
              <a:rPr dirty="0"/>
              <a:t>'].</a:t>
            </a:r>
            <a:r>
              <a:rPr dirty="0" err="1"/>
              <a:t>dt.year</a:t>
            </a:r>
            <a:br>
              <a:rPr dirty="0"/>
            </a:br>
            <a:r>
              <a:rPr dirty="0" err="1"/>
              <a:t>df</a:t>
            </a:r>
            <a:r>
              <a:rPr dirty="0"/>
              <a:t>['</a:t>
            </a:r>
            <a:r>
              <a:rPr dirty="0" err="1"/>
              <a:t>release_year</a:t>
            </a:r>
            <a:r>
              <a:rPr dirty="0"/>
              <a:t>'] = </a:t>
            </a:r>
            <a:r>
              <a:rPr dirty="0" err="1"/>
              <a:t>pd.to_numeric</a:t>
            </a:r>
            <a:r>
              <a:rPr dirty="0"/>
              <a:t>(</a:t>
            </a:r>
            <a:r>
              <a:rPr dirty="0" err="1"/>
              <a:t>df</a:t>
            </a:r>
            <a:r>
              <a:rPr dirty="0"/>
              <a:t>['</a:t>
            </a:r>
            <a:r>
              <a:rPr dirty="0" err="1"/>
              <a:t>release_year</a:t>
            </a:r>
            <a:r>
              <a:rPr dirty="0"/>
              <a:t>'], errors='coerce')</a:t>
            </a:r>
            <a:br>
              <a:rPr dirty="0"/>
            </a:br>
            <a:r>
              <a:rPr dirty="0" err="1"/>
              <a:t>df</a:t>
            </a:r>
            <a:r>
              <a:rPr dirty="0"/>
              <a:t>['</a:t>
            </a:r>
            <a:r>
              <a:rPr dirty="0" err="1"/>
              <a:t>duration_num</a:t>
            </a:r>
            <a:r>
              <a:rPr dirty="0"/>
              <a:t>'] = </a:t>
            </a:r>
            <a:r>
              <a:rPr dirty="0" err="1"/>
              <a:t>df</a:t>
            </a:r>
            <a:r>
              <a:rPr dirty="0"/>
              <a:t>['duration'].</a:t>
            </a:r>
            <a:r>
              <a:rPr dirty="0" err="1"/>
              <a:t>str.extract</a:t>
            </a:r>
            <a:r>
              <a:rPr dirty="0"/>
              <a:t>(r'(\d+)').</a:t>
            </a:r>
            <a:r>
              <a:rPr dirty="0" err="1"/>
              <a:t>astype</a:t>
            </a:r>
            <a:r>
              <a:rPr dirty="0"/>
              <a:t>(float)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Missing Data Heatmap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600"/>
            </a:pPr>
            <a:r>
              <a:t>Visualize missing values in the dataset.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119393" y="1828800"/>
            <a:ext cx="4905213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120640"/>
            <a:ext cx="6878806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/>
              <a:t>Code:</a:t>
            </a:r>
          </a:p>
          <a:p>
            <a:endParaRPr dirty="0"/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 err="1"/>
              <a:t>plt.figure</a:t>
            </a:r>
            <a:r>
              <a:rPr dirty="0"/>
              <a:t>(</a:t>
            </a:r>
            <a:r>
              <a:rPr dirty="0" err="1"/>
              <a:t>figsize</a:t>
            </a:r>
            <a:r>
              <a:rPr dirty="0"/>
              <a:t>=(10,5))</a:t>
            </a:r>
            <a:br>
              <a:rPr dirty="0"/>
            </a:br>
            <a:r>
              <a:rPr dirty="0" err="1"/>
              <a:t>sns.heatmap</a:t>
            </a:r>
            <a:r>
              <a:rPr dirty="0"/>
              <a:t>(</a:t>
            </a:r>
            <a:r>
              <a:rPr dirty="0" err="1"/>
              <a:t>df.isnull</a:t>
            </a:r>
            <a:r>
              <a:rPr dirty="0"/>
              <a:t>(), cbar=False, </a:t>
            </a:r>
            <a:r>
              <a:rPr dirty="0" err="1"/>
              <a:t>yticklabels</a:t>
            </a:r>
            <a:r>
              <a:rPr dirty="0"/>
              <a:t>=False, </a:t>
            </a:r>
            <a:r>
              <a:rPr dirty="0" err="1"/>
              <a:t>cmap</a:t>
            </a:r>
            <a:r>
              <a:rPr dirty="0"/>
              <a:t>='</a:t>
            </a:r>
            <a:r>
              <a:rPr dirty="0" err="1"/>
              <a:t>coolwarm</a:t>
            </a:r>
            <a:r>
              <a:rPr dirty="0"/>
              <a:t>')</a:t>
            </a:r>
            <a:br>
              <a:rPr dirty="0"/>
            </a:br>
            <a:r>
              <a:rPr dirty="0" err="1"/>
              <a:t>plt.show</a:t>
            </a:r>
            <a:r>
              <a:rPr dirty="0"/>
              <a:t>()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Movies vs TV Shows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600"/>
            </a:pPr>
            <a:r>
              <a:t>Compare counts of Movies and TV Shows.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3579" y="1828800"/>
            <a:ext cx="5908724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120640"/>
            <a:ext cx="5763116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/>
              <a:t>Code:</a:t>
            </a:r>
          </a:p>
          <a:p>
            <a:endParaRPr dirty="0"/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 err="1"/>
              <a:t>sns.countplot</a:t>
            </a:r>
            <a:r>
              <a:rPr dirty="0"/>
              <a:t>(x='type', data=</a:t>
            </a:r>
            <a:r>
              <a:rPr dirty="0" err="1"/>
              <a:t>df</a:t>
            </a:r>
            <a:r>
              <a:rPr dirty="0"/>
              <a:t>, hue='type', palette='Set2')</a:t>
            </a:r>
            <a:br>
              <a:rPr dirty="0"/>
            </a:br>
            <a:r>
              <a:rPr dirty="0" err="1"/>
              <a:t>plt.show</a:t>
            </a:r>
            <a:r>
              <a:rPr dirty="0"/>
              <a:t>()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Titles Added Per Year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600"/>
            </a:pPr>
            <a:r>
              <a:t>Number of titles added each year.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70055" y="1838960"/>
            <a:ext cx="6553929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120640"/>
            <a:ext cx="8366393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/>
              <a:t>Code:</a:t>
            </a:r>
          </a:p>
          <a:p>
            <a:endParaRPr dirty="0"/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 err="1"/>
              <a:t>sns.countplot</a:t>
            </a:r>
            <a:r>
              <a:rPr dirty="0"/>
              <a:t>(x='</a:t>
            </a:r>
            <a:r>
              <a:rPr dirty="0" err="1"/>
              <a:t>year_added</a:t>
            </a:r>
            <a:r>
              <a:rPr dirty="0"/>
              <a:t>', data=</a:t>
            </a:r>
            <a:r>
              <a:rPr dirty="0" err="1"/>
              <a:t>df</a:t>
            </a:r>
            <a:r>
              <a:rPr dirty="0"/>
              <a:t>, order=sorted(</a:t>
            </a:r>
            <a:r>
              <a:rPr dirty="0" err="1"/>
              <a:t>df</a:t>
            </a:r>
            <a:r>
              <a:rPr dirty="0"/>
              <a:t>['</a:t>
            </a:r>
            <a:r>
              <a:rPr dirty="0" err="1"/>
              <a:t>year_added</a:t>
            </a:r>
            <a:r>
              <a:rPr dirty="0"/>
              <a:t>'].</a:t>
            </a:r>
            <a:r>
              <a:rPr dirty="0" err="1"/>
              <a:t>dropna</a:t>
            </a:r>
            <a:r>
              <a:rPr dirty="0"/>
              <a:t>().unique()))</a:t>
            </a:r>
            <a:br>
              <a:rPr dirty="0"/>
            </a:br>
            <a:r>
              <a:rPr dirty="0" err="1"/>
              <a:t>plt.show</a:t>
            </a:r>
            <a:r>
              <a:rPr dirty="0"/>
              <a:t>()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10 Genres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600"/>
            </a:pPr>
            <a:r>
              <a:t>Top 10 genres on Netflix.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54039" y="1828800"/>
            <a:ext cx="6916179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8568" y="5160555"/>
            <a:ext cx="8924238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/>
              <a:t>Code:</a:t>
            </a:r>
          </a:p>
          <a:p>
            <a:endParaRPr dirty="0"/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genres = </a:t>
            </a:r>
            <a:r>
              <a:rPr dirty="0" err="1"/>
              <a:t>df</a:t>
            </a:r>
            <a:r>
              <a:rPr dirty="0"/>
              <a:t>['</a:t>
            </a:r>
            <a:r>
              <a:rPr dirty="0" err="1"/>
              <a:t>listed_in</a:t>
            </a:r>
            <a:r>
              <a:rPr dirty="0"/>
              <a:t>'].</a:t>
            </a:r>
            <a:r>
              <a:rPr dirty="0" err="1"/>
              <a:t>dropna</a:t>
            </a:r>
            <a:r>
              <a:rPr dirty="0"/>
              <a:t>().</a:t>
            </a:r>
            <a:r>
              <a:rPr dirty="0" err="1"/>
              <a:t>str.split</a:t>
            </a:r>
            <a:r>
              <a:rPr dirty="0"/>
              <a:t>(',').explode().</a:t>
            </a:r>
            <a:r>
              <a:rPr dirty="0" err="1"/>
              <a:t>str.strip</a:t>
            </a:r>
            <a:r>
              <a:rPr dirty="0"/>
              <a:t>().</a:t>
            </a:r>
            <a:r>
              <a:rPr dirty="0" err="1"/>
              <a:t>value_counts</a:t>
            </a:r>
            <a:r>
              <a:rPr dirty="0"/>
              <a:t>().head(10)</a:t>
            </a:r>
            <a:br>
              <a:rPr dirty="0"/>
            </a:br>
            <a:r>
              <a:rPr dirty="0" err="1"/>
              <a:t>sns.barplot</a:t>
            </a:r>
            <a:r>
              <a:rPr dirty="0"/>
              <a:t>(x=</a:t>
            </a:r>
            <a:r>
              <a:rPr dirty="0" err="1"/>
              <a:t>genres.values</a:t>
            </a:r>
            <a:r>
              <a:rPr dirty="0"/>
              <a:t>, y=</a:t>
            </a:r>
            <a:r>
              <a:rPr dirty="0" err="1"/>
              <a:t>genres.index</a:t>
            </a:r>
            <a:r>
              <a:rPr dirty="0"/>
              <a:t>, palette='magma')</a:t>
            </a:r>
            <a:br>
              <a:rPr dirty="0"/>
            </a:br>
            <a:r>
              <a:rPr dirty="0" err="1"/>
              <a:t>plt.show</a:t>
            </a:r>
            <a:r>
              <a:rPr dirty="0"/>
              <a:t>()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10 Countries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600"/>
            </a:pPr>
            <a:r>
              <a:t>Top 10 countries producing content.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13458" y="1737360"/>
            <a:ext cx="6881229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3458" y="5120640"/>
            <a:ext cx="9017212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/>
              <a:t>Code:</a:t>
            </a:r>
          </a:p>
          <a:p>
            <a:endParaRPr dirty="0"/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countries = </a:t>
            </a:r>
            <a:r>
              <a:rPr dirty="0" err="1"/>
              <a:t>df</a:t>
            </a:r>
            <a:r>
              <a:rPr dirty="0"/>
              <a:t>['country'].</a:t>
            </a:r>
            <a:r>
              <a:rPr dirty="0" err="1"/>
              <a:t>dropna</a:t>
            </a:r>
            <a:r>
              <a:rPr dirty="0"/>
              <a:t>().</a:t>
            </a:r>
            <a:r>
              <a:rPr dirty="0" err="1"/>
              <a:t>str.split</a:t>
            </a:r>
            <a:r>
              <a:rPr dirty="0"/>
              <a:t>(',').explode().</a:t>
            </a:r>
            <a:r>
              <a:rPr dirty="0" err="1"/>
              <a:t>str.strip</a:t>
            </a:r>
            <a:r>
              <a:rPr dirty="0"/>
              <a:t>().</a:t>
            </a:r>
            <a:r>
              <a:rPr dirty="0" err="1"/>
              <a:t>value_counts</a:t>
            </a:r>
            <a:r>
              <a:rPr dirty="0"/>
              <a:t>().head(10)</a:t>
            </a:r>
            <a:br>
              <a:rPr dirty="0"/>
            </a:br>
            <a:r>
              <a:rPr dirty="0" err="1"/>
              <a:t>sns.barplot</a:t>
            </a:r>
            <a:r>
              <a:rPr dirty="0"/>
              <a:t>(x=</a:t>
            </a:r>
            <a:r>
              <a:rPr dirty="0" err="1"/>
              <a:t>countries.values</a:t>
            </a:r>
            <a:r>
              <a:rPr dirty="0"/>
              <a:t>, y=</a:t>
            </a:r>
            <a:r>
              <a:rPr dirty="0" err="1"/>
              <a:t>countries.index</a:t>
            </a:r>
            <a:r>
              <a:rPr dirty="0"/>
              <a:t>, palette='crest')</a:t>
            </a:r>
            <a:br>
              <a:rPr dirty="0"/>
            </a:br>
            <a:r>
              <a:rPr dirty="0" err="1"/>
              <a:t>plt.show</a:t>
            </a:r>
            <a:r>
              <a:rPr dirty="0"/>
              <a:t>()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Ratings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600"/>
            </a:pPr>
            <a:r>
              <a:t>Distribution of ratings.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27170" y="1828800"/>
            <a:ext cx="6512571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120640"/>
            <a:ext cx="6227987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/>
              <a:t>Code:</a:t>
            </a:r>
          </a:p>
          <a:p>
            <a:endParaRPr dirty="0"/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ratings = </a:t>
            </a:r>
            <a:r>
              <a:rPr dirty="0" err="1"/>
              <a:t>df</a:t>
            </a:r>
            <a:r>
              <a:rPr dirty="0"/>
              <a:t>['rating'].</a:t>
            </a:r>
            <a:r>
              <a:rPr dirty="0" err="1"/>
              <a:t>value_counts</a:t>
            </a:r>
            <a:r>
              <a:rPr dirty="0"/>
              <a:t>().head(10)</a:t>
            </a:r>
            <a:br>
              <a:rPr dirty="0"/>
            </a:br>
            <a:r>
              <a:rPr dirty="0" err="1"/>
              <a:t>sns.barplot</a:t>
            </a:r>
            <a:r>
              <a:rPr dirty="0"/>
              <a:t>(x=</a:t>
            </a:r>
            <a:r>
              <a:rPr dirty="0" err="1"/>
              <a:t>ratings.values</a:t>
            </a:r>
            <a:r>
              <a:rPr dirty="0"/>
              <a:t>, y=</a:t>
            </a:r>
            <a:r>
              <a:rPr dirty="0" err="1"/>
              <a:t>ratings.index</a:t>
            </a:r>
            <a:r>
              <a:rPr dirty="0"/>
              <a:t>, palette='</a:t>
            </a:r>
            <a:r>
              <a:rPr dirty="0" err="1"/>
              <a:t>viridis</a:t>
            </a:r>
            <a:r>
              <a:rPr dirty="0"/>
              <a:t>')</a:t>
            </a:r>
            <a:br>
              <a:rPr dirty="0"/>
            </a:br>
            <a:r>
              <a:rPr dirty="0" err="1"/>
              <a:t>plt.show</a:t>
            </a:r>
            <a:r>
              <a:rPr dirty="0"/>
              <a:t>()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Movie Duration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600"/>
            </a:pPr>
            <a:r>
              <a:t>Histogram of movie durations.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830917" y="1828800"/>
            <a:ext cx="5482166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120640"/>
            <a:ext cx="6320961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/>
              <a:t>Code:</a:t>
            </a:r>
          </a:p>
          <a:p>
            <a:endParaRPr dirty="0"/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 err="1"/>
              <a:t>movie_durations</a:t>
            </a:r>
            <a:r>
              <a:rPr dirty="0"/>
              <a:t> = </a:t>
            </a:r>
            <a:r>
              <a:rPr dirty="0" err="1"/>
              <a:t>df</a:t>
            </a:r>
            <a:r>
              <a:rPr dirty="0"/>
              <a:t>[</a:t>
            </a:r>
            <a:r>
              <a:rPr dirty="0" err="1"/>
              <a:t>df</a:t>
            </a:r>
            <a:r>
              <a:rPr dirty="0"/>
              <a:t>['type']=='Movie']['</a:t>
            </a:r>
            <a:r>
              <a:rPr dirty="0" err="1"/>
              <a:t>duration_num</a:t>
            </a:r>
            <a:r>
              <a:rPr dirty="0"/>
              <a:t>'].</a:t>
            </a:r>
            <a:r>
              <a:rPr dirty="0" err="1"/>
              <a:t>dropna</a:t>
            </a:r>
            <a:r>
              <a:rPr dirty="0"/>
              <a:t>()</a:t>
            </a:r>
            <a:br>
              <a:rPr dirty="0"/>
            </a:br>
            <a:r>
              <a:rPr dirty="0" err="1"/>
              <a:t>sns.histplot</a:t>
            </a:r>
            <a:r>
              <a:rPr dirty="0"/>
              <a:t>(</a:t>
            </a:r>
            <a:r>
              <a:rPr dirty="0" err="1"/>
              <a:t>movie_durations</a:t>
            </a:r>
            <a:r>
              <a:rPr dirty="0"/>
              <a:t>, bins=30, </a:t>
            </a:r>
            <a:r>
              <a:rPr dirty="0" err="1"/>
              <a:t>kde</a:t>
            </a:r>
            <a:r>
              <a:rPr dirty="0"/>
              <a:t>=True, color='red')</a:t>
            </a:r>
            <a:br>
              <a:rPr dirty="0"/>
            </a:br>
            <a:r>
              <a:rPr dirty="0" err="1"/>
              <a:t>plt.show</a:t>
            </a:r>
            <a:r>
              <a:rPr dirty="0"/>
              <a:t>()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TV Show Season Counts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600"/>
            </a:pPr>
            <a:r>
              <a:t>Number of seasons for TV shows.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931394" y="1828800"/>
            <a:ext cx="5281212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120640"/>
            <a:ext cx="6042039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/>
              <a:t>Code:</a:t>
            </a:r>
          </a:p>
          <a:p>
            <a:endParaRPr dirty="0"/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 err="1"/>
              <a:t>tv_seasons</a:t>
            </a:r>
            <a:r>
              <a:rPr dirty="0"/>
              <a:t> = </a:t>
            </a:r>
            <a:r>
              <a:rPr dirty="0" err="1"/>
              <a:t>df</a:t>
            </a:r>
            <a:r>
              <a:rPr dirty="0"/>
              <a:t>[</a:t>
            </a:r>
            <a:r>
              <a:rPr dirty="0" err="1"/>
              <a:t>df</a:t>
            </a:r>
            <a:r>
              <a:rPr dirty="0"/>
              <a:t>['type']=='TV Show']['</a:t>
            </a:r>
            <a:r>
              <a:rPr dirty="0" err="1"/>
              <a:t>duration_num</a:t>
            </a:r>
            <a:r>
              <a:rPr dirty="0"/>
              <a:t>'].</a:t>
            </a:r>
            <a:r>
              <a:rPr dirty="0" err="1"/>
              <a:t>dropna</a:t>
            </a:r>
            <a:r>
              <a:rPr dirty="0"/>
              <a:t>()</a:t>
            </a:r>
            <a:br>
              <a:rPr dirty="0"/>
            </a:br>
            <a:r>
              <a:rPr dirty="0" err="1"/>
              <a:t>sns.countplot</a:t>
            </a:r>
            <a:r>
              <a:rPr dirty="0"/>
              <a:t>(x=</a:t>
            </a:r>
            <a:r>
              <a:rPr dirty="0" err="1"/>
              <a:t>tv_seasons</a:t>
            </a:r>
            <a:r>
              <a:rPr dirty="0"/>
              <a:t>)</a:t>
            </a:r>
            <a:br>
              <a:rPr dirty="0"/>
            </a:br>
            <a:r>
              <a:rPr dirty="0" err="1"/>
              <a:t>plt.show</a:t>
            </a:r>
            <a:r>
              <a:rPr dirty="0"/>
              <a:t>()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10 Actors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600"/>
            </a:pPr>
            <a:r>
              <a:t>Top 10 actors appearing on Netflix.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0772" y="1828800"/>
            <a:ext cx="6943364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120640"/>
            <a:ext cx="8459367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/>
              <a:t>Code:</a:t>
            </a:r>
          </a:p>
          <a:p>
            <a:endParaRPr dirty="0"/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actors = </a:t>
            </a:r>
            <a:r>
              <a:rPr dirty="0" err="1"/>
              <a:t>df</a:t>
            </a:r>
            <a:r>
              <a:rPr dirty="0"/>
              <a:t>['cast'].</a:t>
            </a:r>
            <a:r>
              <a:rPr dirty="0" err="1"/>
              <a:t>dropna</a:t>
            </a:r>
            <a:r>
              <a:rPr dirty="0"/>
              <a:t>().</a:t>
            </a:r>
            <a:r>
              <a:rPr dirty="0" err="1"/>
              <a:t>str.split</a:t>
            </a:r>
            <a:r>
              <a:rPr dirty="0"/>
              <a:t>(',').explode().</a:t>
            </a:r>
            <a:r>
              <a:rPr dirty="0" err="1"/>
              <a:t>str.strip</a:t>
            </a:r>
            <a:r>
              <a:rPr dirty="0"/>
              <a:t>().</a:t>
            </a:r>
            <a:r>
              <a:rPr dirty="0" err="1"/>
              <a:t>value_counts</a:t>
            </a:r>
            <a:r>
              <a:rPr dirty="0"/>
              <a:t>().head(10)</a:t>
            </a:r>
            <a:br>
              <a:rPr dirty="0"/>
            </a:br>
            <a:r>
              <a:rPr dirty="0" err="1"/>
              <a:t>sns.barplot</a:t>
            </a:r>
            <a:r>
              <a:rPr dirty="0"/>
              <a:t>(x=</a:t>
            </a:r>
            <a:r>
              <a:rPr dirty="0" err="1"/>
              <a:t>actors.values</a:t>
            </a:r>
            <a:r>
              <a:rPr dirty="0"/>
              <a:t>, y=</a:t>
            </a:r>
            <a:r>
              <a:rPr dirty="0" err="1"/>
              <a:t>actors.index</a:t>
            </a:r>
            <a:r>
              <a:rPr dirty="0"/>
              <a:t>, palette='rocket')</a:t>
            </a:r>
            <a:br>
              <a:rPr dirty="0"/>
            </a:br>
            <a:r>
              <a:rPr dirty="0" err="1"/>
              <a:t>plt.show</a:t>
            </a:r>
            <a:r>
              <a:rPr dirty="0"/>
              <a:t>()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10 Directors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600"/>
            </a:pPr>
            <a:r>
              <a:t>Top 10 directors on Netflix.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18099" y="1828800"/>
            <a:ext cx="696425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120640"/>
            <a:ext cx="9110186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/>
              <a:t>Code:</a:t>
            </a:r>
          </a:p>
          <a:p>
            <a:endParaRPr dirty="0"/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directors = </a:t>
            </a:r>
            <a:r>
              <a:rPr dirty="0" err="1"/>
              <a:t>df</a:t>
            </a:r>
            <a:r>
              <a:rPr dirty="0"/>
              <a:t>['director'].</a:t>
            </a:r>
            <a:r>
              <a:rPr dirty="0" err="1"/>
              <a:t>dropna</a:t>
            </a:r>
            <a:r>
              <a:rPr dirty="0"/>
              <a:t>().</a:t>
            </a:r>
            <a:r>
              <a:rPr dirty="0" err="1"/>
              <a:t>str.split</a:t>
            </a:r>
            <a:r>
              <a:rPr dirty="0"/>
              <a:t>(',').explode().</a:t>
            </a:r>
            <a:r>
              <a:rPr dirty="0" err="1"/>
              <a:t>str.strip</a:t>
            </a:r>
            <a:r>
              <a:rPr dirty="0"/>
              <a:t>().</a:t>
            </a:r>
            <a:r>
              <a:rPr dirty="0" err="1"/>
              <a:t>value_counts</a:t>
            </a:r>
            <a:r>
              <a:rPr dirty="0"/>
              <a:t>().head(10)</a:t>
            </a:r>
            <a:br>
              <a:rPr dirty="0"/>
            </a:br>
            <a:r>
              <a:rPr dirty="0" err="1"/>
              <a:t>sns.barplot</a:t>
            </a:r>
            <a:r>
              <a:rPr dirty="0"/>
              <a:t>(x=</a:t>
            </a:r>
            <a:r>
              <a:rPr dirty="0" err="1"/>
              <a:t>directors.values</a:t>
            </a:r>
            <a:r>
              <a:rPr dirty="0"/>
              <a:t>, y=</a:t>
            </a:r>
            <a:r>
              <a:rPr dirty="0" err="1"/>
              <a:t>directors.index</a:t>
            </a:r>
            <a:r>
              <a:rPr dirty="0"/>
              <a:t>, palette='flare')</a:t>
            </a:r>
            <a:br>
              <a:rPr dirty="0"/>
            </a:br>
            <a:r>
              <a:rPr dirty="0" err="1"/>
              <a:t>plt.show</a:t>
            </a:r>
            <a:r>
              <a:rPr dirty="0"/>
              <a:t>()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Correlation Heatmap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600"/>
            </a:pPr>
            <a:r>
              <a:t>Correlation between release year, year added, duration.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088549" y="1828800"/>
            <a:ext cx="4966902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120640"/>
            <a:ext cx="6135013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/>
              <a:t>Code:</a:t>
            </a:r>
          </a:p>
          <a:p>
            <a:endParaRPr dirty="0"/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 err="1"/>
              <a:t>corr</a:t>
            </a:r>
            <a:r>
              <a:rPr dirty="0"/>
              <a:t> = </a:t>
            </a:r>
            <a:r>
              <a:rPr dirty="0" err="1"/>
              <a:t>df</a:t>
            </a:r>
            <a:r>
              <a:rPr dirty="0"/>
              <a:t>[['</a:t>
            </a:r>
            <a:r>
              <a:rPr dirty="0" err="1"/>
              <a:t>release_year</a:t>
            </a:r>
            <a:r>
              <a:rPr dirty="0"/>
              <a:t>', '</a:t>
            </a:r>
            <a:r>
              <a:rPr dirty="0" err="1"/>
              <a:t>year_added</a:t>
            </a:r>
            <a:r>
              <a:rPr dirty="0"/>
              <a:t>', '</a:t>
            </a:r>
            <a:r>
              <a:rPr dirty="0" err="1"/>
              <a:t>duration_num</a:t>
            </a:r>
            <a:r>
              <a:rPr dirty="0"/>
              <a:t>']].</a:t>
            </a:r>
            <a:r>
              <a:rPr dirty="0" err="1"/>
              <a:t>corr</a:t>
            </a:r>
            <a:r>
              <a:rPr dirty="0"/>
              <a:t>()</a:t>
            </a:r>
            <a:br>
              <a:rPr dirty="0"/>
            </a:br>
            <a:r>
              <a:rPr dirty="0" err="1"/>
              <a:t>sns.heatmap</a:t>
            </a:r>
            <a:r>
              <a:rPr dirty="0"/>
              <a:t>(</a:t>
            </a:r>
            <a:r>
              <a:rPr dirty="0" err="1"/>
              <a:t>corr</a:t>
            </a:r>
            <a:r>
              <a:rPr dirty="0"/>
              <a:t>, </a:t>
            </a:r>
            <a:r>
              <a:rPr dirty="0" err="1"/>
              <a:t>annot</a:t>
            </a:r>
            <a:r>
              <a:rPr dirty="0"/>
              <a:t>=True, </a:t>
            </a:r>
            <a:r>
              <a:rPr dirty="0" err="1"/>
              <a:t>cmap</a:t>
            </a:r>
            <a:r>
              <a:rPr dirty="0"/>
              <a:t>='</a:t>
            </a:r>
            <a:r>
              <a:rPr dirty="0" err="1"/>
              <a:t>coolwarm</a:t>
            </a:r>
            <a:r>
              <a:rPr dirty="0"/>
              <a:t>')</a:t>
            </a:r>
            <a:br>
              <a:rPr dirty="0"/>
            </a:br>
            <a:r>
              <a:rPr dirty="0" err="1"/>
              <a:t>plt.show</a:t>
            </a:r>
            <a:r>
              <a:rPr dirty="0"/>
              <a:t>()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Global Distribution (Map)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600"/>
            </a:pPr>
            <a:r>
              <a:t>Map showing content distribution globally.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0290" y="1683673"/>
            <a:ext cx="7069409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884073"/>
            <a:ext cx="8273419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/>
              <a:t>Code:</a:t>
            </a:r>
          </a:p>
          <a:p>
            <a:endParaRPr dirty="0"/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 err="1"/>
              <a:t>country_df</a:t>
            </a:r>
            <a:r>
              <a:rPr dirty="0"/>
              <a:t> = </a:t>
            </a:r>
            <a:r>
              <a:rPr dirty="0" err="1"/>
              <a:t>df.copy</a:t>
            </a:r>
            <a:r>
              <a:rPr dirty="0"/>
              <a:t>()</a:t>
            </a:r>
            <a:br>
              <a:rPr dirty="0"/>
            </a:br>
            <a:r>
              <a:rPr dirty="0" err="1"/>
              <a:t>country_df</a:t>
            </a:r>
            <a:r>
              <a:rPr dirty="0"/>
              <a:t>['country'] = </a:t>
            </a:r>
            <a:r>
              <a:rPr dirty="0" err="1"/>
              <a:t>country_df</a:t>
            </a:r>
            <a:r>
              <a:rPr dirty="0"/>
              <a:t>['country'].</a:t>
            </a:r>
            <a:r>
              <a:rPr dirty="0" err="1"/>
              <a:t>str.split</a:t>
            </a:r>
            <a:r>
              <a:rPr dirty="0"/>
              <a:t>(',').str[0].</a:t>
            </a:r>
            <a:r>
              <a:rPr dirty="0" err="1"/>
              <a:t>str.strip</a:t>
            </a:r>
            <a:r>
              <a:rPr dirty="0"/>
              <a:t>()</a:t>
            </a:r>
            <a:br>
              <a:rPr dirty="0"/>
            </a:br>
            <a:r>
              <a:rPr dirty="0" err="1"/>
              <a:t>country_count</a:t>
            </a:r>
            <a:r>
              <a:rPr dirty="0"/>
              <a:t> = </a:t>
            </a:r>
            <a:r>
              <a:rPr dirty="0" err="1"/>
              <a:t>country_df.groupby</a:t>
            </a:r>
            <a:r>
              <a:rPr dirty="0"/>
              <a:t>(['</a:t>
            </a:r>
            <a:r>
              <a:rPr dirty="0" err="1"/>
              <a:t>country','type</a:t>
            </a:r>
            <a:r>
              <a:rPr dirty="0"/>
              <a:t>']).size().</a:t>
            </a:r>
            <a:r>
              <a:rPr dirty="0" err="1"/>
              <a:t>reset_index</a:t>
            </a:r>
            <a:r>
              <a:rPr dirty="0"/>
              <a:t>(name='count')</a:t>
            </a:r>
            <a:br>
              <a:rPr dirty="0"/>
            </a:br>
            <a:r>
              <a:rPr dirty="0"/>
              <a:t>fig = </a:t>
            </a:r>
            <a:r>
              <a:rPr dirty="0" err="1"/>
              <a:t>px.choropleth</a:t>
            </a:r>
            <a:r>
              <a:rPr dirty="0"/>
              <a:t>(</a:t>
            </a:r>
            <a:r>
              <a:rPr dirty="0" err="1"/>
              <a:t>country_count</a:t>
            </a:r>
            <a:r>
              <a:rPr dirty="0"/>
              <a:t>, locations='country', </a:t>
            </a:r>
            <a:r>
              <a:rPr dirty="0" err="1"/>
              <a:t>locationmode</a:t>
            </a:r>
            <a:r>
              <a:rPr dirty="0"/>
              <a:t>='country names',</a:t>
            </a:r>
            <a:br>
              <a:rPr dirty="0"/>
            </a:br>
            <a:r>
              <a:rPr dirty="0"/>
              <a:t>                    color='count', </a:t>
            </a:r>
            <a:r>
              <a:rPr dirty="0" err="1"/>
              <a:t>hover_name</a:t>
            </a:r>
            <a:r>
              <a:rPr dirty="0"/>
              <a:t>='country', </a:t>
            </a:r>
            <a:r>
              <a:rPr dirty="0" err="1"/>
              <a:t>animation_frame</a:t>
            </a:r>
            <a:r>
              <a:rPr dirty="0"/>
              <a:t>='type',</a:t>
            </a:r>
            <a:br>
              <a:rPr dirty="0"/>
            </a:br>
            <a:r>
              <a:rPr dirty="0"/>
              <a:t>                    </a:t>
            </a:r>
            <a:r>
              <a:rPr dirty="0" err="1"/>
              <a:t>color_continuous_scale</a:t>
            </a:r>
            <a:r>
              <a:rPr dirty="0"/>
              <a:t>='Reds')</a:t>
            </a:r>
            <a:br>
              <a:rPr dirty="0"/>
            </a:br>
            <a:r>
              <a:rPr dirty="0" err="1"/>
              <a:t>fig.show</a:t>
            </a:r>
            <a:r>
              <a:rPr dirty="0"/>
              <a:t>()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25A8F-E2D3-6AF6-8A0A-83CF36455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You! 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5C4DBB-4710-66E4-4785-64EF68799D9F}"/>
              </a:ext>
            </a:extLst>
          </p:cNvPr>
          <p:cNvSpPr txBox="1"/>
          <p:nvPr/>
        </p:nvSpPr>
        <p:spPr>
          <a:xfrm>
            <a:off x="792760" y="1740716"/>
            <a:ext cx="6522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Slide Content: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3340D7-5A23-49A4-0D39-78FC4964C434}"/>
              </a:ext>
            </a:extLst>
          </p:cNvPr>
          <p:cNvSpPr txBox="1"/>
          <p:nvPr/>
        </p:nvSpPr>
        <p:spPr>
          <a:xfrm>
            <a:off x="910206" y="2508308"/>
            <a:ext cx="601071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Hope you enjoyed the Netflix EDA Dashboard presentation.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Questions and feedback are welcome!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algn="l" fontAlgn="base"/>
            <a:r>
              <a:rPr lang="en-US" b="1" dirty="0"/>
              <a:t>Website: </a:t>
            </a:r>
            <a:r>
              <a:rPr lang="en-US" dirty="0"/>
              <a:t>[</a:t>
            </a:r>
            <a:r>
              <a:rPr lang="en-US" dirty="0">
                <a:hlinkClick r:id="rId2"/>
              </a:rPr>
              <a:t>https://netflix-database-eda.streamlit.app/]</a:t>
            </a:r>
            <a:endParaRPr lang="en-US" dirty="0"/>
          </a:p>
          <a:p>
            <a:pPr algn="l" fontAlgn="base"/>
            <a:endParaRPr lang="en-US" dirty="0"/>
          </a:p>
          <a:p>
            <a:pPr algn="l" fontAlgn="base"/>
            <a:endParaRPr lang="en-US" dirty="0"/>
          </a:p>
          <a:p>
            <a:pPr algn="l" fontAlgn="base"/>
            <a:r>
              <a:rPr lang="en-US" b="1" dirty="0"/>
              <a:t>Connect:</a:t>
            </a:r>
          </a:p>
          <a:p>
            <a:pPr algn="l" fontAlgn="base"/>
            <a:endParaRPr lang="en-US" b="1" dirty="0"/>
          </a:p>
          <a:p>
            <a:pPr algn="l" fontAlgn="base"/>
            <a:r>
              <a:rPr lang="en-US" dirty="0"/>
              <a:t>[</a:t>
            </a:r>
            <a:r>
              <a:rPr lang="en-US" dirty="0">
                <a:hlinkClick r:id="rId3"/>
              </a:rPr>
              <a:t>mitadru231001001117@technoindiaeducation.com</a:t>
            </a:r>
            <a:r>
              <a:rPr lang="en-US" dirty="0"/>
              <a:t>/ </a:t>
            </a:r>
            <a:r>
              <a:rPr lang="en-IN" b="0" i="0" dirty="0">
                <a:effectLst/>
                <a:latin typeface="-apple-system"/>
                <a:hlinkClick r:id="rId4"/>
              </a:rPr>
              <a:t>www.linkedin.com/in/mitadru-karmakar-483274319</a:t>
            </a:r>
            <a:r>
              <a:rPr lang="en-US" dirty="0"/>
              <a:t> / </a:t>
            </a:r>
            <a:r>
              <a:rPr lang="en-US" dirty="0">
                <a:hlinkClick r:id="rId5"/>
              </a:rPr>
              <a:t>https://github.com/Readerrss/Netflix-EDA</a:t>
            </a:r>
            <a:r>
              <a:rPr lang="en-US" dirty="0"/>
              <a:t>]</a:t>
            </a:r>
          </a:p>
          <a:p>
            <a:pPr algn="l" fontAlgn="base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100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53</TotalTime>
  <Words>944</Words>
  <Application>Microsoft Office PowerPoint</Application>
  <PresentationFormat>On-screen Show (4:3)</PresentationFormat>
  <Paragraphs>97</Paragraphs>
  <Slides>15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  <vt:variant>
        <vt:lpstr>Custom Shows</vt:lpstr>
      </vt:variant>
      <vt:variant>
        <vt:i4>1</vt:i4>
      </vt:variant>
    </vt:vector>
  </HeadingPairs>
  <TitlesOfParts>
    <vt:vector size="23" baseType="lpstr">
      <vt:lpstr>-apple-system</vt:lpstr>
      <vt:lpstr>Aptos</vt:lpstr>
      <vt:lpstr>Arial</vt:lpstr>
      <vt:lpstr>Calibri</vt:lpstr>
      <vt:lpstr>Trebuchet MS</vt:lpstr>
      <vt:lpstr>Wingdings 3</vt:lpstr>
      <vt:lpstr>Facet</vt:lpstr>
      <vt:lpstr>Dataset Preview</vt:lpstr>
      <vt:lpstr>Data Cleaning</vt:lpstr>
      <vt:lpstr>Missing Data Heatmap</vt:lpstr>
      <vt:lpstr>Movies vs TV Shows</vt:lpstr>
      <vt:lpstr>Titles Added Per Year</vt:lpstr>
      <vt:lpstr>Top 10 Genres</vt:lpstr>
      <vt:lpstr>Top 10 Countries</vt:lpstr>
      <vt:lpstr>Ratings Distribution</vt:lpstr>
      <vt:lpstr>Movie Duration Distribution</vt:lpstr>
      <vt:lpstr>TV Show Season Counts</vt:lpstr>
      <vt:lpstr>Top 10 Actors</vt:lpstr>
      <vt:lpstr>Top 10 Directors</vt:lpstr>
      <vt:lpstr>Correlation Heatmap</vt:lpstr>
      <vt:lpstr>Global Distribution (Map)</vt:lpstr>
      <vt:lpstr>Thank You! 🙏</vt:lpstr>
      <vt:lpstr>Custom Show 1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MITADRU</dc:creator>
  <cp:keywords/>
  <dc:description>generated using python-pptx</dc:description>
  <cp:lastModifiedBy>Mitadru Karmakar</cp:lastModifiedBy>
  <cp:revision>7</cp:revision>
  <dcterms:created xsi:type="dcterms:W3CDTF">2013-01-27T09:14:16Z</dcterms:created>
  <dcterms:modified xsi:type="dcterms:W3CDTF">2025-11-01T12:57:25Z</dcterms:modified>
  <cp:category/>
</cp:coreProperties>
</file>